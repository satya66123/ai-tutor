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AI Tutor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Notes &amp;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Modular AI learning platform with Enterprise RAG and Voice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UI → Services → Providers → AI Models → MySQL &amp; FAISS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Python, Streamlit, MySQL, FAISS, Ollama, OpenAI, Anthropic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AI Tutor, RAG, Voice AI, PDF Tutor, Coding Tutor, Quiz, Flashcards, Notes,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OOP, Factory, Strategy, Layered Architecture, Logging,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Complete project documentation from README to Interview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Production-ready portfolio project demonstrating AI engineering and software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